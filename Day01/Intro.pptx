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  <p:sldId id="268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2736" y="8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youtu.be/hiS_mWZmmI0?si=cvp-u80tewpZ5rht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Data is raw facts and figures</a:t>
            </a:r>
          </a:p>
          <a:p>
            <a:pPr marL="0" indent="0">
              <a:buNone/>
            </a:pPr>
            <a:r>
              <a:rPr dirty="0"/>
              <a:t>• Examples: numbers, text, images, transactions</a:t>
            </a:r>
          </a:p>
          <a:p>
            <a:pPr marL="0" indent="0">
              <a:buNone/>
            </a:pPr>
            <a:r>
              <a:rPr dirty="0"/>
              <a:t>• Data alone has little meaning</a:t>
            </a:r>
          </a:p>
          <a:p>
            <a:pPr marL="0" indent="0">
              <a:buNone/>
            </a:pPr>
            <a:r>
              <a:rPr dirty="0"/>
              <a:t>• When processed, it becomes useful information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a Database?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sz="2800" dirty="0"/>
              <a:t>A structured collection of related data</a:t>
            </a:r>
          </a:p>
          <a:p>
            <a:pPr marL="0" indent="0">
              <a:buNone/>
            </a:pPr>
            <a:r>
              <a:rPr sz="2800" dirty="0"/>
              <a:t>• Designed for efficient storage, retrieval, and management</a:t>
            </a:r>
          </a:p>
          <a:p>
            <a:pPr marL="0" indent="0">
              <a:buNone/>
            </a:pPr>
            <a:r>
              <a:rPr sz="2800" dirty="0"/>
              <a:t>• Databases store large amounts of data</a:t>
            </a:r>
          </a:p>
          <a:p>
            <a:pPr marL="0" indent="0">
              <a:buNone/>
            </a:pPr>
            <a:r>
              <a:rPr sz="2800" dirty="0"/>
              <a:t>• Example: Student database, Banking database, E‑commerce database</a:t>
            </a:r>
            <a:br>
              <a:rPr lang="en-IN" dirty="0"/>
            </a:b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11FFCA-EFFF-71C2-4E50-121DB9C7C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18" y="4702525"/>
            <a:ext cx="5088675" cy="14236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Do We Need Databases?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Handle large amounts of data efficiently</a:t>
            </a:r>
          </a:p>
          <a:p>
            <a:pPr marL="0" indent="0">
              <a:buNone/>
            </a:pPr>
            <a:r>
              <a:rPr dirty="0"/>
              <a:t>• Reduce redundancy (duplicate data)</a:t>
            </a:r>
          </a:p>
          <a:p>
            <a:pPr marL="0" indent="0">
              <a:buNone/>
            </a:pPr>
            <a:r>
              <a:rPr dirty="0"/>
              <a:t>• Ensure data consistency</a:t>
            </a:r>
          </a:p>
          <a:p>
            <a:pPr marL="0" indent="0">
              <a:buNone/>
            </a:pPr>
            <a:r>
              <a:rPr dirty="0"/>
              <a:t>• Enable multiple users to access data</a:t>
            </a:r>
          </a:p>
          <a:p>
            <a:pPr marL="0" indent="0">
              <a:buNone/>
            </a:pPr>
            <a:r>
              <a:rPr dirty="0"/>
              <a:t>• Provide security and backup</a:t>
            </a:r>
            <a:br>
              <a:rPr lang="en-IN" dirty="0"/>
            </a:b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DBMS?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DBMS = Database Management System</a:t>
            </a:r>
          </a:p>
          <a:p>
            <a:pPr marL="0" indent="0">
              <a:buNone/>
            </a:pPr>
            <a:r>
              <a:rPr dirty="0"/>
              <a:t>• Software used to create and manage databases</a:t>
            </a:r>
          </a:p>
          <a:p>
            <a:pPr marL="0" indent="0">
              <a:buNone/>
            </a:pPr>
            <a:r>
              <a:rPr dirty="0"/>
              <a:t>• Acts as an interface between users and database</a:t>
            </a:r>
          </a:p>
          <a:p>
            <a:pPr marL="0" indent="0">
              <a:buNone/>
            </a:pPr>
            <a:r>
              <a:rPr dirty="0"/>
              <a:t>• Examples: MySQL, PostgreSQL, Oracle, SQL Server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SQL?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SQL = Structured Query Language</a:t>
            </a:r>
          </a:p>
          <a:p>
            <a:pPr marL="0" indent="0">
              <a:buNone/>
            </a:pPr>
            <a:r>
              <a:rPr dirty="0"/>
              <a:t>• Used to communicate with relational databases</a:t>
            </a:r>
          </a:p>
          <a:p>
            <a:pPr marL="0" indent="0">
              <a:buNone/>
            </a:pPr>
            <a:r>
              <a:rPr dirty="0"/>
              <a:t>• Used to create, read, update and delete data</a:t>
            </a:r>
          </a:p>
          <a:p>
            <a:pPr marL="0" indent="0">
              <a:buNone/>
            </a:pPr>
            <a:r>
              <a:rPr dirty="0"/>
              <a:t>• Standard language for relational databases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SQL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SELECT – retrieve data</a:t>
            </a:r>
          </a:p>
          <a:p>
            <a:pPr marL="0" indent="0">
              <a:buNone/>
            </a:pPr>
            <a:r>
              <a:rPr dirty="0"/>
              <a:t>• INSERT – add new data</a:t>
            </a:r>
          </a:p>
          <a:p>
            <a:pPr marL="0" indent="0">
              <a:buNone/>
            </a:pPr>
            <a:r>
              <a:rPr dirty="0"/>
              <a:t>• UPDATE – modify existing data</a:t>
            </a:r>
          </a:p>
          <a:p>
            <a:pPr marL="0" indent="0">
              <a:buNone/>
            </a:pPr>
            <a:r>
              <a:rPr dirty="0"/>
              <a:t>• DELETE – remove data</a:t>
            </a:r>
          </a:p>
          <a:p>
            <a:pPr marL="0" indent="0">
              <a:buNone/>
            </a:pPr>
            <a:r>
              <a:rPr dirty="0"/>
              <a:t>• CREATE – create database objects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RDBMS?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RDBMS = Relational Database Management System</a:t>
            </a:r>
          </a:p>
          <a:p>
            <a:pPr marL="0" indent="0">
              <a:buNone/>
            </a:pPr>
            <a:r>
              <a:rPr dirty="0"/>
              <a:t>• Data stored in tables (rows and columns)</a:t>
            </a:r>
          </a:p>
          <a:p>
            <a:pPr marL="0" indent="0">
              <a:buNone/>
            </a:pPr>
            <a:r>
              <a:rPr dirty="0"/>
              <a:t>• Tables are related using keys</a:t>
            </a:r>
          </a:p>
          <a:p>
            <a:pPr marL="0" indent="0">
              <a:buNone/>
            </a:pPr>
            <a:r>
              <a:rPr dirty="0"/>
              <a:t>• Uses SQL for querying data</a:t>
            </a:r>
          </a:p>
          <a:p>
            <a:pPr marL="0" indent="0">
              <a:buNone/>
            </a:pPr>
            <a:r>
              <a:rPr dirty="0"/>
              <a:t>• Examples: MySQL, PostgreSQL, Oracle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5EDDE-233B-E3F5-464D-6A2F2E8A3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57FDA-78D8-605B-9C4A-7C63266C3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Users Table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| </a:t>
            </a:r>
            <a:r>
              <a:rPr lang="en-IN" dirty="0" err="1"/>
              <a:t>UserID</a:t>
            </a:r>
            <a:r>
              <a:rPr lang="en-IN" dirty="0"/>
              <a:t> | Name |</a:t>
            </a:r>
          </a:p>
          <a:p>
            <a:pPr marL="0" indent="0">
              <a:buNone/>
            </a:pPr>
            <a:r>
              <a:rPr lang="en-IN" dirty="0"/>
              <a:t>| ------ | ---- |</a:t>
            </a:r>
          </a:p>
          <a:p>
            <a:pPr marL="0" indent="0">
              <a:buNone/>
            </a:pPr>
            <a:r>
              <a:rPr lang="en-IN" dirty="0"/>
              <a:t>| 1      | John |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Orders Table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| </a:t>
            </a:r>
            <a:r>
              <a:rPr lang="en-IN" dirty="0" err="1"/>
              <a:t>OrderID</a:t>
            </a:r>
            <a:r>
              <a:rPr lang="en-IN" dirty="0"/>
              <a:t> | </a:t>
            </a:r>
            <a:r>
              <a:rPr lang="en-IN" dirty="0" err="1"/>
              <a:t>UserID</a:t>
            </a:r>
            <a:r>
              <a:rPr lang="en-IN" dirty="0"/>
              <a:t> | Amount |</a:t>
            </a:r>
          </a:p>
          <a:p>
            <a:pPr marL="0" indent="0">
              <a:buNone/>
            </a:pPr>
            <a:r>
              <a:rPr lang="en-IN" dirty="0"/>
              <a:t>| ------- | ------ | ------ |</a:t>
            </a:r>
          </a:p>
          <a:p>
            <a:pPr marL="0" indent="0">
              <a:buNone/>
            </a:pPr>
            <a:r>
              <a:rPr lang="en-IN" dirty="0"/>
              <a:t>| 101     | 1      | 500    |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2576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NoSQL?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Non-relational databases</a:t>
            </a:r>
          </a:p>
          <a:p>
            <a:pPr marL="0" indent="0">
              <a:buNone/>
            </a:pPr>
            <a:r>
              <a:rPr dirty="0"/>
              <a:t>• Designed for large-scale distributed data</a:t>
            </a:r>
          </a:p>
          <a:p>
            <a:pPr marL="0" indent="0">
              <a:buNone/>
            </a:pPr>
            <a:r>
              <a:rPr dirty="0"/>
              <a:t>• Flexible schema</a:t>
            </a:r>
          </a:p>
          <a:p>
            <a:pPr marL="0" indent="0">
              <a:buNone/>
            </a:pPr>
            <a:r>
              <a:rPr dirty="0"/>
              <a:t>• Handles unstructured or semi-structured data</a:t>
            </a:r>
            <a:endParaRPr lang="en-IN" dirty="0"/>
          </a:p>
          <a:p>
            <a:pPr marL="0" indent="0">
              <a:buNone/>
            </a:pPr>
            <a:r>
              <a:rPr dirty="0"/>
              <a:t>•Examples: MongoDB, Cassandra, Redis</a:t>
            </a:r>
            <a:br>
              <a:rPr lang="en-IN" dirty="0"/>
            </a:br>
            <a:r>
              <a:rPr lang="en-IN" dirty="0"/>
              <a:t>	</a:t>
            </a:r>
            <a:r>
              <a:rPr lang="en-US" sz="2400" dirty="0"/>
              <a:t>{ "name": "John</a:t>
            </a:r>
            <a:r>
              <a:rPr lang="en-US" sz="2400"/>
              <a:t>", </a:t>
            </a:r>
            <a:r>
              <a:rPr lang="en-US"/>
              <a:t>"</a:t>
            </a:r>
            <a:r>
              <a:rPr lang="en-US" dirty="0"/>
              <a:t>age": 25,</a:t>
            </a:r>
          </a:p>
          <a:p>
            <a:pPr marL="800100" lvl="2" indent="0">
              <a:buNone/>
            </a:pPr>
            <a:r>
              <a:rPr lang="en-US" dirty="0"/>
              <a:t>  "city": "Bangalore"}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RDBMS vs NoSQL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Install MySQL 8.0.40 Server and Workbench latest version on Windows 11 - </a:t>
            </a:r>
            <a:r>
              <a:rPr lang="en-US" sz="2000" dirty="0">
                <a:hlinkClick r:id="rId2"/>
              </a:rPr>
              <a:t>https://youtu.be/hiS_mWZmmI0?si=cvp-u80tewpZ5rht </a:t>
            </a:r>
            <a:endParaRPr lang="en-US" sz="2000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20F6F0-346F-1E65-2058-CB6EE32BE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004" y="1813067"/>
            <a:ext cx="8229599" cy="25706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Databases store structured information</a:t>
            </a:r>
          </a:p>
          <a:p>
            <a:pPr marL="0" indent="0">
              <a:buNone/>
            </a:pPr>
            <a:r>
              <a:rPr dirty="0"/>
              <a:t>• DBMS manages databases efficiently</a:t>
            </a:r>
          </a:p>
          <a:p>
            <a:pPr marL="0" indent="0">
              <a:buNone/>
            </a:pPr>
            <a:r>
              <a:rPr dirty="0"/>
              <a:t>• SQL is used to interact with relational databases</a:t>
            </a:r>
          </a:p>
          <a:p>
            <a:pPr marL="0" indent="0">
              <a:buNone/>
            </a:pPr>
            <a:r>
              <a:rPr dirty="0"/>
              <a:t>• RDBMS uses structured tables</a:t>
            </a:r>
          </a:p>
          <a:p>
            <a:pPr marL="0" indent="0">
              <a:buNone/>
            </a:pPr>
            <a:r>
              <a:rPr dirty="0"/>
              <a:t>• NoSQL provides flexible and scalable data storage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3286</TotalTime>
  <Words>412</Words>
  <Application>Microsoft Office PowerPoint</Application>
  <PresentationFormat>On-screen Show (4:3)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What is Data?</vt:lpstr>
      <vt:lpstr>What is a Database?</vt:lpstr>
      <vt:lpstr>Why Do We Need Databases?</vt:lpstr>
      <vt:lpstr>What is DBMS?</vt:lpstr>
      <vt:lpstr>What is SQL?</vt:lpstr>
      <vt:lpstr>Common SQL Operations</vt:lpstr>
      <vt:lpstr>What is RDBMS?</vt:lpstr>
      <vt:lpstr>Example:</vt:lpstr>
      <vt:lpstr>What is NoSQL?</vt:lpstr>
      <vt:lpstr>RDBMS vs NoSQL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Darshan N</cp:lastModifiedBy>
  <cp:revision>12</cp:revision>
  <dcterms:created xsi:type="dcterms:W3CDTF">2013-01-27T09:14:16Z</dcterms:created>
  <dcterms:modified xsi:type="dcterms:W3CDTF">2026-03-17T01:35:31Z</dcterms:modified>
  <cp:category/>
</cp:coreProperties>
</file>